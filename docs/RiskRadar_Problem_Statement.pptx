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Arial"/>
              </a:defRPr>
            </a:pPr>
            <a:r>
              <a:t>When escalation is obvious, it's already too 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Insurance claims  ·  legal risk  ·  early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Arial"/>
              </a:defRPr>
            </a:pPr>
            <a:r>
              <a:t>THE PAIN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2004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rial"/>
              </a:defRPr>
            </a:pPr>
            <a:r>
              <a:t>Specialists 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Gut feel + manual review of voluminous notes and structured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821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rial"/>
              </a:defRPr>
            </a:pPr>
            <a:r>
              <a:t>Reactive, not 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93008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Red flags appear after the low-cost resolution window closes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34840"/>
            <a:ext cx="320040" cy="3200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165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rial"/>
              </a:defRPr>
            </a:pPr>
            <a:r>
              <a:t>Two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27448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Legal fees can exceed claim value · ~45 min/case on manual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rial"/>
              </a:defRPr>
            </a:pPr>
            <a:r>
              <a:t>We need intelligence that reads between the lines—before cases hit a point of no return.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Arial"/>
              </a:defRPr>
            </a:pPr>
            <a:r>
              <a:t>THE STAKES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920240"/>
            <a:ext cx="493776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9339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CLAIM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249424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Notes · emails · calls · 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6334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880360"/>
            <a:ext cx="493776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95351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Arial"/>
              </a:defRPr>
            </a:pPr>
            <a:r>
              <a:t>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209544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Manual review · slow · subjective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59359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840480"/>
            <a:ext cx="493776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9136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Arial"/>
              </a:defRPr>
            </a:pPr>
            <a:r>
              <a:t>ESCALATION OBVIOUS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9664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Window for cheap fix — closed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55371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800600"/>
            <a:ext cx="493776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8737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Arial"/>
              </a:defRPr>
            </a:pPr>
            <a:r>
              <a:t>TOO 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129784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Legal fees ↑  ·  leverage 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623560"/>
            <a:ext cx="15087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66928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Arial"/>
              </a:defRPr>
            </a:pPr>
            <a:r>
              <a:t>$$$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605332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Legal spend can</a:t>
            </a:r>
            <a:br/>
            <a:r>
              <a:t>exceed claim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5623560"/>
            <a:ext cx="15087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566928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Arial"/>
              </a:defRPr>
            </a:pPr>
            <a:r>
              <a:t>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Per case</a:t>
            </a:r>
            <a:br/>
            <a:r>
              <a:t>manual research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5623560"/>
            <a:ext cx="15087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566928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605332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Risk hidden in</a:t>
            </a:r>
            <a:br/>
            <a:r>
              <a:t>unstructured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RiskRadar — predict escalation early · explain why · act before legal costs run 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