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rial"/>
              </a:defRPr>
            </a:pPr>
            <a:r>
              <a:t>Quantifiable business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A7F3D0"/>
                </a:solidFill>
                <a:latin typeface="Arial"/>
              </a:defRPr>
            </a:pPr>
            <a:r>
              <a:t>Portfolio scenario: 500 claims/mo · $289K avg · 77% conservative recall (holdout-validated)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788920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Adjuster hours returned / 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7F3D0"/>
                </a:solidFill>
                <a:latin typeface="Arial"/>
              </a:defRPr>
            </a:pPr>
            <a:r>
              <a:t>37 min saved × deep reviews (45→8 min workflow)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417320"/>
            <a:ext cx="2788920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60020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73.5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317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More escalations caught early / month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803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7F3D0"/>
                </a:solidFill>
                <a:latin typeface="Arial"/>
              </a:defRPr>
            </a:pPr>
            <a:r>
              <a:t>vs random triage at 35% baseline recall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1417320"/>
            <a:ext cx="2788920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120%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3317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Higher catch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7F3D0"/>
                </a:solidFill>
                <a:latin typeface="Arial"/>
              </a:defRPr>
            </a:pPr>
            <a:r>
              <a:t>77% model recall vs 35% random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81160" y="1417320"/>
            <a:ext cx="2788920" cy="214884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64040" y="1600200"/>
            <a:ext cx="24688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  <a:latin typeface="Arial"/>
              </a:defRPr>
            </a:pPr>
            <a:r>
              <a:t>$71K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2331720"/>
            <a:ext cx="2514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Annual labor savings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880360"/>
            <a:ext cx="2514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7F3D0"/>
                </a:solidFill>
                <a:latin typeface="Arial"/>
              </a:defRPr>
            </a:pPr>
            <a:r>
              <a:t>At $55/hr · capacity you can redeploy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794760"/>
            <a:ext cx="11155680" cy="141732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9319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FBBF24"/>
                </a:solidFill>
                <a:latin typeface="Arial"/>
              </a:defRPr>
            </a:pPr>
            <a:r>
              <a:t>ESCALATION LOSS AVOIDANCE (MODELED)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251960"/>
            <a:ext cx="4114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Arial"/>
              </a:defRPr>
            </a:pPr>
            <a:r>
              <a:t>$637.2M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892040"/>
            <a:ext cx="4754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7F3D0"/>
                </a:solidFill>
                <a:latin typeface="Arial"/>
              </a:defRPr>
            </a:pPr>
            <a:r>
              <a:t>annual scenario at 3.5× escalated cost multiplier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0" y="3977639"/>
            <a:ext cx="5943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A7F3D0"/>
                </a:solidFill>
                <a:latin typeface="Arial"/>
              </a:defRPr>
            </a:pPr>
            <a:r>
              <a:t>Each early catch avoids ~$722K incremental legal + settlement drag (avg claim × 2.5×). Live ROI sliders in the RiskRadar dashboard — judges can stress-test assumptions in the demo.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486400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Bottom line: faster triage · more escalations surfaced before legal fees compound · ROI tied to real holdout metrics, not gut feel.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A7F3D0"/>
                </a:solidFill>
                <a:latin typeface="Arial"/>
              </a:defRPr>
            </a:pPr>
            <a:r>
              <a:t>Assumptions match in-app ROI calculator · Planning mode · conservative 77% recall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