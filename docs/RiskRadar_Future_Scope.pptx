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Future Scope: From Decision Support to 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Next 6-12 months roadmap for enterprise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1) Closed-Loop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rial"/>
              </a:defRPr>
            </a:pPr>
            <a:r>
              <a:t>Capture adjuster outcomes and legal resolution status to continuously calibrate risk thresholds and improve recall/precision by segment.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470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4ADE80"/>
                </a:solidFill>
                <a:latin typeface="Arial"/>
              </a:defRPr>
            </a:pPr>
            <a:r>
              <a:t>Outcome: measurable model lift with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11064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2) Deeper Salesforce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rial"/>
              </a:defRPr>
            </a:pPr>
            <a:r>
              <a:t>Two-way sync: push RiskRadar scores, recommended actions, and follow-up tasks back to Salesforce so teams act inside existing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8152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4ADE80"/>
                </a:solidFill>
                <a:latin typeface="Arial"/>
              </a:defRPr>
            </a:pPr>
            <a:r>
              <a:t>Outcome: zero workflow disruption for claim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3) Governance and Trust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rial"/>
              </a:defRPr>
            </a:pPr>
            <a:r>
              <a:t>Add model cards, cohort fairness dashboards, drift alerts, and approval gates before high-impact recommendations are applied.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1596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4ADE80"/>
                </a:solidFill>
                <a:latin typeface="Arial"/>
              </a:defRPr>
            </a:pPr>
            <a:r>
              <a:t>Outcome: regulator and leadership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7608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4) Proactive Intervention Playbooks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rial"/>
              </a:defRPr>
            </a:pPr>
            <a:r>
              <a:t>Auto-generate next-best-action playbooks by claim archetype (communication templates, escalation avoidance paths, owner SLAs).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55040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4ADE80"/>
                </a:solidFill>
                <a:latin typeface="Arial"/>
              </a:defRPr>
            </a:pPr>
            <a:r>
              <a:t>Outcome: faster time-to-intervention and lower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Vision: RiskRadar becomes the escalation intelligence layer across claims operations, legal strategy, and system-of-record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