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End-to-end escalation intelligence — from labelled claims to production adjuster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6118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Machine Learning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32918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• Python 3.11 · Pandas · NumPy</a:t>
            </a:r>
            <a:br/>
            <a:r>
              <a:t>• XGBoost (structured + text classifiers)</a:t>
            </a:r>
            <a:br/>
            <a:r>
              <a:t>• scikit-learn (TF-IDF, Isotonic calibration, PSI)</a:t>
            </a:r>
            <a:br/>
            <a:r>
              <a:t>• SHAP explainability · 29-feature matrix</a:t>
            </a:r>
            <a:br/>
            <a:r>
              <a:t>• Time-to-escalation regressor (XGBoost)</a:t>
            </a:r>
            <a:br/>
            <a:r>
              <a:t>• sentence-transformers (MiniLM-L6-v2, 550×384 index)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6118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3560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AI &amp; Language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09928"/>
            <a:ext cx="32918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• Groq — Llama 3.1 / 3.3 (briefs, emails, actions)</a:t>
            </a:r>
            <a:br/>
            <a:r>
              <a:t>• Google Gemini 2.5 Flash (second opinion)</a:t>
            </a:r>
            <a:br/>
            <a:r>
              <a:t>• Temperature = 0 · citation-grounded prompts</a:t>
            </a:r>
            <a:br/>
            <a:r>
              <a:t>• Trigger-phrase lexicon (rule-based NLP)</a:t>
            </a:r>
            <a:br/>
            <a:r>
              <a:t>• RAG-style legal briefs with allowlist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325880"/>
            <a:ext cx="36118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3560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09928"/>
            <a:ext cx="32918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• FastAPI + Uvicorn (REST)</a:t>
            </a:r>
            <a:br/>
            <a:r>
              <a:t>• Pydantic · python-dotenv</a:t>
            </a:r>
            <a:br/>
            <a:r>
              <a:t>• /predict · /claims · /metrics · /feedback</a:t>
            </a:r>
            <a:br/>
            <a:r>
              <a:t>• Risk calibrator (64/28/8 blend)</a:t>
            </a:r>
            <a:br/>
            <a:r>
              <a:t>• Similar-claims NN · drift · fairness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58768"/>
            <a:ext cx="36118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32918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• Next.js 16 · React 19 · TypeScript</a:t>
            </a:r>
            <a:br/>
            <a:r>
              <a:t>• Tailwind CSS 4</a:t>
            </a:r>
            <a:br/>
            <a:r>
              <a:t>• Triage queue · single-claim deep dive</a:t>
            </a:r>
            <a:br/>
            <a:r>
              <a:t>• Live ROI calculator · adjuster verdict UI</a:t>
            </a:r>
            <a:br/>
            <a:r>
              <a:t>• ReactMarkdown for AI brief rendering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58768"/>
            <a:ext cx="36118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68496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Integrations &amp; Legal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42816"/>
            <a:ext cx="32918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• Salesforce — Apex Case sync + REST webhook</a:t>
            </a:r>
            <a:br/>
            <a:r>
              <a:t>• Indian Kanoon API (India precedents)</a:t>
            </a:r>
            <a:br/>
            <a:r>
              <a:t>• CourtListener API (US case law)</a:t>
            </a:r>
            <a:br/>
            <a:r>
              <a:t>• External claims store (SF + demo cases)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858768"/>
            <a:ext cx="36118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968496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rial"/>
              </a:defRPr>
            </a:pPr>
            <a:r>
              <a:t>Deploy &amp;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42816"/>
            <a:ext cx="32918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8FAFC"/>
                </a:solidFill>
                <a:latin typeface="Arial"/>
              </a:defRPr>
            </a:pPr>
            <a:r>
              <a:t>• Docker (FastAPI + Next.js + nginx)</a:t>
            </a:r>
            <a:br/>
            <a:r>
              <a:t>• Render (cloud web services)</a:t>
            </a:r>
            <a:br/>
            <a:r>
              <a:t>• SQLite — adjuster feedback log</a:t>
            </a:r>
            <a:br/>
            <a:r>
              <a:t>• joblib / JSON — trained model artifacts</a:t>
            </a:r>
            <a:br/>
            <a:r>
              <a:t>• Excel/CSV — 550-claim labelled 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Arial"/>
              </a:defRPr>
            </a:pPr>
            <a:r>
              <a:t>Core principle: ML scores the risk · LLMs explain and draft · humans decide · every legal citation is retrieved and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